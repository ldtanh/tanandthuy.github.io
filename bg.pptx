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7B7"/>
    <a:srgbClr val="FF9999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100" d="100"/>
          <a:sy n="100" d="100"/>
        </p:scale>
        <p:origin x="2544" y="1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056FD-B109-39BC-490F-EA700A5BC4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B93EBB-AFBA-508B-32F0-B684A32300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8DE56-42A5-5EEC-4FFC-2EE410578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EFA88-8E17-4B45-A482-7FF594D7721E}" type="datetimeFigureOut">
              <a:rPr lang="en-US" smtClean="0"/>
              <a:t>23-Dec-22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75785-C4D2-E72D-64D7-DFA844406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6C1B0-343B-CBEF-2625-0683AA104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5011E-0C50-4EED-8611-48A3A746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457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F4ADA-D24F-C037-FB09-7015FC1FE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7B8A1-4941-DBA3-145F-3127313E2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44506-24D3-0F00-2805-9DCA149E6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EFA88-8E17-4B45-A482-7FF594D7721E}" type="datetimeFigureOut">
              <a:rPr lang="en-US" smtClean="0"/>
              <a:t>23-Dec-22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C1BFD-D700-3568-E933-C93B61611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F3C1B-67D0-CD45-67A1-0443C93F8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5011E-0C50-4EED-8611-48A3A746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700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730E2-A9B2-39E7-89A9-3C7FEC1B9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009E7C-1924-1F0D-1694-29E7628EC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CB1F2-3DF1-D88C-3416-B6297F9EC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EFA88-8E17-4B45-A482-7FF594D7721E}" type="datetimeFigureOut">
              <a:rPr lang="en-US" smtClean="0"/>
              <a:t>23-Dec-22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932E6-B13A-5D2B-ACF4-834EBEEFB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DA143-04C1-3443-0322-F33E27D4D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5011E-0C50-4EED-8611-48A3A746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084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E0CDE-89C9-B810-1954-B897DF6BD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6E229-50C3-7044-AEF2-31913E3B8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7D6C2B-DB47-34B5-03C9-9294EB1FCB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382F8B-FDE5-A32F-FB2A-8539549D8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EFA88-8E17-4B45-A482-7FF594D7721E}" type="datetimeFigureOut">
              <a:rPr lang="en-US" smtClean="0"/>
              <a:t>23-Dec-22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9D0DEE-DAEB-9830-10CA-4DD39B646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B515F8-1B2B-3981-A311-FAB12C73E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5011E-0C50-4EED-8611-48A3A746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66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EF1C8-1DA0-1C0C-B685-0C9433EDC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104CC8-82BB-41E0-E35A-E47E795DC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564BF9-5C16-F8EA-9F1F-1CDC7F838F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2D79A5-97B0-35DF-1644-7CEEDE6759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937527-C203-A199-64CC-AFB43C5B7D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12A881-DEBA-0651-1613-518431A94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EFA88-8E17-4B45-A482-7FF594D7721E}" type="datetimeFigureOut">
              <a:rPr lang="en-US" smtClean="0"/>
              <a:t>23-Dec-22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298778-A399-000D-9953-8E317D115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EF554D-6C26-1175-7F8A-269196D55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5011E-0C50-4EED-8611-48A3A746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800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4D253-0CC8-D25E-A3B4-28B737F49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01E344-C900-0885-F6F0-EFB22D695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EFA88-8E17-4B45-A482-7FF594D7721E}" type="datetimeFigureOut">
              <a:rPr lang="en-US" smtClean="0"/>
              <a:t>23-Dec-22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A442E4-8BFB-2E24-E2E8-B71EF9901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897425-187B-1E86-4BA6-D268460B1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5011E-0C50-4EED-8611-48A3A746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064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554715-DFD4-D306-67D9-32C5E3A90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EFA88-8E17-4B45-A482-7FF594D7721E}" type="datetimeFigureOut">
              <a:rPr lang="en-US" smtClean="0"/>
              <a:t>23-Dec-22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FAAE0C-9DD2-0A7E-F709-4AF93E49C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775A1-4B85-0566-511E-6092AF4AA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5011E-0C50-4EED-8611-48A3A746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133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BF980-B9D4-39AB-FE49-FE623D305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04983-B5F9-4E4C-7EAD-CF026C40E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D847CF-58EB-283E-2FEC-127EF98A8F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9A9B8-B72C-73BF-74C0-EB1D6ABD4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EFA88-8E17-4B45-A482-7FF594D7721E}" type="datetimeFigureOut">
              <a:rPr lang="en-US" smtClean="0"/>
              <a:t>23-Dec-22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D048D-7FBB-68DF-CA75-F81962910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A27FB-AD28-14E8-12E9-9D3500FA1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5011E-0C50-4EED-8611-48A3A746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550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31DB6-DC70-3C2F-7CCB-3DB2C9033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C7C55E-BCE7-AFEB-BD6C-C00F8895E3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902B6C-6097-F45D-CCAD-7C9CAA8D5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4EF5F2-FC2A-59DD-C1CC-0A8E950DE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EFA88-8E17-4B45-A482-7FF594D7721E}" type="datetimeFigureOut">
              <a:rPr lang="en-US" smtClean="0"/>
              <a:t>23-Dec-22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9F1C50-7EE9-F8AC-F076-6EAECDED2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F4D6D3-2E44-1947-3FE2-01B8B1E36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5011E-0C50-4EED-8611-48A3A746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06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B93A-0865-1B94-A863-DAE2B412B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52677E-978C-AE9B-C6E8-A9BBEC8B65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C4307-8436-AC46-E660-B92E681DB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EFA88-8E17-4B45-A482-7FF594D7721E}" type="datetimeFigureOut">
              <a:rPr lang="en-US" smtClean="0"/>
              <a:t>23-Dec-22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7CCAF-5A5E-0F74-1A3A-9C8876637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67A65-B556-F29F-C03E-7AD99E2A3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5011E-0C50-4EED-8611-48A3A746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576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B1A1D3-7116-2B0E-AD8B-6487C2CD2C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00E5A2-0613-DE12-976B-05E561F21F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6E70C-5828-48B0-85F4-08D2CD4EE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EFA88-8E17-4B45-A482-7FF594D7721E}" type="datetimeFigureOut">
              <a:rPr lang="en-US" smtClean="0"/>
              <a:t>23-Dec-22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24613-036C-5D06-D759-93EB8E6B7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32D76-FA48-E6F2-E7E0-57E2EB3AB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5011E-0C50-4EED-8611-48A3A746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921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386A4D-8644-39F0-421B-DC1553B18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4BD50D-C979-747C-ED40-98535A6E1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D62AE-B066-39DF-B937-6A2C593EBF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BEFA88-8E17-4B45-A482-7FF594D7721E}" type="datetimeFigureOut">
              <a:rPr lang="en-US" smtClean="0"/>
              <a:t>23-Dec-22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E8CAE-9281-3F56-8B3D-2E1E0CBFB1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73299-CD52-AF57-6020-94C65FB55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A5011E-0C50-4EED-8611-48A3A746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128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7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eart 4">
            <a:extLst>
              <a:ext uri="{FF2B5EF4-FFF2-40B4-BE49-F238E27FC236}">
                <a16:creationId xmlns:a16="http://schemas.microsoft.com/office/drawing/2014/main" id="{E8F6F136-3274-DEC9-9272-B6CC01A99AA2}"/>
              </a:ext>
            </a:extLst>
          </p:cNvPr>
          <p:cNvSpPr/>
          <p:nvPr/>
        </p:nvSpPr>
        <p:spPr>
          <a:xfrm>
            <a:off x="722240" y="438148"/>
            <a:ext cx="5161725" cy="4644888"/>
          </a:xfrm>
          <a:prstGeom prst="hear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Heart 5">
            <a:extLst>
              <a:ext uri="{FF2B5EF4-FFF2-40B4-BE49-F238E27FC236}">
                <a16:creationId xmlns:a16="http://schemas.microsoft.com/office/drawing/2014/main" id="{0EB5BC66-9FAE-75AB-15D4-91B26831E81F}"/>
              </a:ext>
            </a:extLst>
          </p:cNvPr>
          <p:cNvSpPr/>
          <p:nvPr/>
        </p:nvSpPr>
        <p:spPr>
          <a:xfrm>
            <a:off x="6308035" y="438148"/>
            <a:ext cx="5161725" cy="4644888"/>
          </a:xfrm>
          <a:prstGeom prst="hear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erson in a white dress&#10;&#10;Description automatically generated with medium confidence">
            <a:extLst>
              <a:ext uri="{FF2B5EF4-FFF2-40B4-BE49-F238E27FC236}">
                <a16:creationId xmlns:a16="http://schemas.microsoft.com/office/drawing/2014/main" id="{5FB401A0-34AB-1695-8265-B1B236F4EB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188" t="-575" r="1716" b="20207"/>
          <a:stretch/>
        </p:blipFill>
        <p:spPr>
          <a:xfrm flipH="1">
            <a:off x="5585460" y="-1847849"/>
            <a:ext cx="6621780" cy="7096124"/>
          </a:xfrm>
          <a:prstGeom prst="heart">
            <a:avLst/>
          </a:prstGeom>
        </p:spPr>
      </p:pic>
      <p:pic>
        <p:nvPicPr>
          <p:cNvPr id="12" name="Picture 11" descr="A person in a white suit&#10;&#10;Description automatically generated with medium confidence">
            <a:extLst>
              <a:ext uri="{FF2B5EF4-FFF2-40B4-BE49-F238E27FC236}">
                <a16:creationId xmlns:a16="http://schemas.microsoft.com/office/drawing/2014/main" id="{6BBD7FCF-9485-ACAF-C79B-46AF046FE81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556"/>
          <a:stretch/>
        </p:blipFill>
        <p:spPr>
          <a:xfrm>
            <a:off x="1065326" y="-533400"/>
            <a:ext cx="4510609" cy="5238749"/>
          </a:xfrm>
          <a:prstGeom prst="rect">
            <a:avLst/>
          </a:prstGeom>
        </p:spPr>
      </p:pic>
      <p:sp>
        <p:nvSpPr>
          <p:cNvPr id="7" name="Cloud 6">
            <a:extLst>
              <a:ext uri="{FF2B5EF4-FFF2-40B4-BE49-F238E27FC236}">
                <a16:creationId xmlns:a16="http://schemas.microsoft.com/office/drawing/2014/main" id="{0611E89E-3B2A-3B61-3214-47C708FC3E51}"/>
              </a:ext>
            </a:extLst>
          </p:cNvPr>
          <p:cNvSpPr/>
          <p:nvPr/>
        </p:nvSpPr>
        <p:spPr>
          <a:xfrm>
            <a:off x="1955408" y="4411522"/>
            <a:ext cx="2396884" cy="969151"/>
          </a:xfrm>
          <a:prstGeom prst="clou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ctr"/>
            <a:r>
              <a:rPr lang="en-US" sz="4400" dirty="0">
                <a:solidFill>
                  <a:srgbClr val="002060"/>
                </a:solidFill>
                <a:latin typeface="SVN-Tanglewoods Sans" pitchFamily="50" charset="0"/>
              </a:rPr>
              <a:t>Chú rể</a:t>
            </a:r>
          </a:p>
        </p:txBody>
      </p:sp>
      <p:sp>
        <p:nvSpPr>
          <p:cNvPr id="8" name="Cloud 7">
            <a:extLst>
              <a:ext uri="{FF2B5EF4-FFF2-40B4-BE49-F238E27FC236}">
                <a16:creationId xmlns:a16="http://schemas.microsoft.com/office/drawing/2014/main" id="{0B38CF6E-8027-C4E9-2B1A-E8AABD1B578C}"/>
              </a:ext>
            </a:extLst>
          </p:cNvPr>
          <p:cNvSpPr/>
          <p:nvPr/>
        </p:nvSpPr>
        <p:spPr>
          <a:xfrm>
            <a:off x="7690455" y="4411522"/>
            <a:ext cx="2396884" cy="969151"/>
          </a:xfrm>
          <a:prstGeom prst="clou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ctr"/>
            <a:r>
              <a:rPr lang="en-US" sz="4400" dirty="0">
                <a:solidFill>
                  <a:srgbClr val="002060"/>
                </a:solidFill>
                <a:latin typeface="SVN-Tanglewoods Sans" pitchFamily="50" charset="0"/>
              </a:rPr>
              <a:t>Cô dâu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39E55F-D416-0326-5DC2-FDC90C9C916C}"/>
              </a:ext>
            </a:extLst>
          </p:cNvPr>
          <p:cNvSpPr txBox="1"/>
          <p:nvPr/>
        </p:nvSpPr>
        <p:spPr>
          <a:xfrm>
            <a:off x="505900" y="5380673"/>
            <a:ext cx="52959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VN-Palmaton" pitchFamily="50" charset="0"/>
              </a:rPr>
              <a:t>TháiTấn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FE1A0E-88B9-6762-D4C2-85F8E7753E14}"/>
              </a:ext>
            </a:extLst>
          </p:cNvPr>
          <p:cNvSpPr txBox="1"/>
          <p:nvPr/>
        </p:nvSpPr>
        <p:spPr>
          <a:xfrm>
            <a:off x="6248400" y="5229219"/>
            <a:ext cx="52959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VN-Palmaton" pitchFamily="50" charset="0"/>
              </a:rPr>
              <a:t>NguyễnThúy</a:t>
            </a:r>
          </a:p>
        </p:txBody>
      </p:sp>
    </p:spTree>
    <p:extLst>
      <p:ext uri="{BB962C8B-B14F-4D97-AF65-F5344CB8AC3E}">
        <p14:creationId xmlns:p14="http://schemas.microsoft.com/office/powerpoint/2010/main" val="2151729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Qr code&#10;&#10;Description automatically generated">
            <a:extLst>
              <a:ext uri="{FF2B5EF4-FFF2-40B4-BE49-F238E27FC236}">
                <a16:creationId xmlns:a16="http://schemas.microsoft.com/office/drawing/2014/main" id="{B3CC65C5-50A6-4C75-7144-C63070F8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6764" y="895124"/>
            <a:ext cx="2905530" cy="2896004"/>
          </a:xfrm>
          <a:prstGeom prst="rect">
            <a:avLst/>
          </a:prstGeom>
        </p:spPr>
      </p:pic>
      <p:pic>
        <p:nvPicPr>
          <p:cNvPr id="7" name="Picture 6" descr="Qr code&#10;&#10;Description automatically generated">
            <a:extLst>
              <a:ext uri="{FF2B5EF4-FFF2-40B4-BE49-F238E27FC236}">
                <a16:creationId xmlns:a16="http://schemas.microsoft.com/office/drawing/2014/main" id="{7C0C2087-49A6-89FC-901D-F3BA78FE4D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666" y="925675"/>
            <a:ext cx="2905530" cy="28654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EDC10D-6406-140C-5873-19395DA91F1E}"/>
              </a:ext>
            </a:extLst>
          </p:cNvPr>
          <p:cNvSpPr txBox="1"/>
          <p:nvPr/>
        </p:nvSpPr>
        <p:spPr>
          <a:xfrm>
            <a:off x="2669022" y="3870960"/>
            <a:ext cx="3001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NGUYỄN THỊ THÚY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970D00-C4E6-46E1-E474-B78C417A9348}"/>
              </a:ext>
            </a:extLst>
          </p:cNvPr>
          <p:cNvSpPr txBox="1"/>
          <p:nvPr/>
        </p:nvSpPr>
        <p:spPr>
          <a:xfrm>
            <a:off x="6963924" y="3870960"/>
            <a:ext cx="3001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/>
              <a:t>NGUYỄN THÁI TẤN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106213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12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SVN-Palmaton</vt:lpstr>
      <vt:lpstr>SVN-Tanglewoods Sans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Lê Dương Tuấn Anh (VF-HTA-TTKSCLAVTL)</dc:creator>
  <cp:lastModifiedBy>Lê Dương Tuấn Anh (VF-HTA-TTKSCLAVTL)</cp:lastModifiedBy>
  <cp:revision>4</cp:revision>
  <dcterms:created xsi:type="dcterms:W3CDTF">2022-12-22T16:09:01Z</dcterms:created>
  <dcterms:modified xsi:type="dcterms:W3CDTF">2022-12-22T17:48:09Z</dcterms:modified>
</cp:coreProperties>
</file>